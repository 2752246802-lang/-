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467E2-BD45-1302-39BD-8EE6E33B4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641BC9-9828-3E98-40CF-A325B7B3F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E81035-47CA-FB36-21B6-6CC73402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CF8135-AA62-1DF2-C6CC-E8532D72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DE2CEB-3D3C-4326-0F3F-F42FFFD3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625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7D0B8-9462-BFC3-62E4-FB822E4F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FD153-A8D4-EC51-922B-A4F3014E4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EF0FDB-86A4-1B63-DB78-27AF5150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FEF79B-AB7A-CD6F-773D-7A65F6EA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8F318-F100-0BC3-E67C-E8DEABD3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25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6D46C-880F-FC9D-6142-240D364A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5E1C91-5962-AA0F-CFE4-46E45A3C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C1FA1C-5279-1DCB-C1A7-CE553929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3E373E-333B-D1E5-EBC1-CE419649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6A3970-70DD-FC39-D23B-4106B7E6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D44EE-43FF-FEC3-2C6D-67B6B661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BCFC5A-2C61-F2A8-2A89-1E5398AC2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FE0C7B-0C65-F38F-BCBA-0D9ED5A40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CF5450-C998-F933-3445-447AB14B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EB0562-5F44-5727-DF00-C2F07E76B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5BF136-F0FE-3D26-1470-7C6E2BEDF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552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9CD21-B73E-450B-11B1-39B390E98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848076-8EE0-928F-F8A7-40F2918CB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44736B-CCA0-CEB4-3188-438376E7D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5169A5-516F-A8DC-75F0-88C2F4A3A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7248F3-FC0F-2DEC-A073-4A741B0F0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E20C63-EF71-961B-422D-2D595DF5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07DB7A-965F-4FA2-CBF6-A5FF0D97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C0B97B-1697-DD48-4FA8-C59FD290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19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32354-1D31-0CBA-0C76-1F935182F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6A1D33-9020-7E73-FABB-DEF7EF149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6B9B2E-17FE-CA07-A25C-9A169727E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7EE1AA-EEAA-1077-7034-90B1EF9D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33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23F48E-6F5E-5C77-527F-F91DEC35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CB5979-4121-4649-0462-1753390BD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A31CBA-CAE7-1D16-79A8-605A6753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47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51867-C3E1-4AE0-5187-FB61571A4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CD084C-EEE7-36F6-4F65-DCF3F9D48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10E432-9AFD-8EEA-7958-632B8CD5D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2F19C8-6DE0-EC84-9E2C-9737EF7C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AE48DF-EEC6-4C30-30CF-2BDD97B2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6B17F6-4BF7-FE2E-72FE-E7DD345BD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48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39000-50C7-6E33-A656-66AF1778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68D429-0956-FB27-A487-486CDDA6E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32B595-DDCB-6F61-3DD2-9ACE1CC3B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1F9EF8-F6E5-A06C-D040-9035A707E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0BF7AC-8532-7B22-B8FC-0533169B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B35187-A1DA-B7A6-FA6F-67B9ECC4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60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0D9BA-176C-8AD4-2C24-FB176613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D1A13C-CC78-F36B-8F09-38D327A1F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EB155E-331E-47CE-1BBD-CBB8F922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5AF0B0-DFEB-F967-9847-E9FEFB31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D093D-5A64-95FB-3EF3-5E151E56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56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6F473F-53EF-C99F-9D79-59269F48D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1091A4-B053-A1AA-22D0-445CC0B1D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10E4BF-E2FD-A92A-FF69-ECE4C7CB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943F44-0710-9D13-ABE1-A00B9546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94917-22AF-C38B-D820-1C4A3DD7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53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E04571-6D96-87DE-35C8-E0DD81972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D42439-DED8-DC39-F830-F9700BADF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7E8E2B-3885-3EB7-2951-2FFCF7AFB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C43C0-E988-482E-8384-A1E6749DED5A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92107-A84E-AFC4-0E48-64C5ADB68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4F2CDC-D25E-9EE3-0151-BFAA5C588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2AE53-319E-4473-B193-8422CCD25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660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FD1CF-21AA-8849-1098-969383367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Hero</a:t>
            </a:r>
            <a:r>
              <a:rPr lang="zh-CN" altLang="en-US" dirty="0"/>
              <a:t>（主视觉</a:t>
            </a:r>
            <a:r>
              <a:rPr lang="en-US" altLang="zh-CN" dirty="0"/>
              <a:t>+</a:t>
            </a:r>
            <a:r>
              <a:rPr lang="zh-CN" altLang="en-US" dirty="0"/>
              <a:t>定位）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B46427-4C50-17F1-7637-40789430D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91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FD1CF-21AA-8849-1098-969383367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 </a:t>
            </a:r>
            <a:br>
              <a:rPr lang="zh-CN" altLang="en-US" dirty="0"/>
            </a:br>
            <a:r>
              <a:rPr lang="en-US" altLang="zh-CN" dirty="0"/>
              <a:t>Profile</a:t>
            </a:r>
            <a:r>
              <a:rPr lang="zh-CN" altLang="en-US" dirty="0"/>
              <a:t>（个人介绍</a:t>
            </a:r>
            <a:r>
              <a:rPr lang="en-US" altLang="zh-CN" dirty="0"/>
              <a:t>+</a:t>
            </a:r>
            <a:r>
              <a:rPr lang="zh-CN" altLang="en-US" dirty="0"/>
              <a:t>数据） 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B46427-4C50-17F1-7637-40789430D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44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FD1CF-21AA-8849-1098-969383367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项目精选（案例）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B46427-4C50-17F1-7637-40789430D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3215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dirty="0"/>
              <a:t>01 </a:t>
            </a:r>
            <a:r>
              <a:rPr lang="zh-CN" altLang="en-US" dirty="0"/>
              <a:t>产品主图设计 └ 淘宝 </a:t>
            </a:r>
            <a:r>
              <a:rPr lang="en-US" altLang="zh-CN" dirty="0"/>
              <a:t>/ 1688 / Alibaba </a:t>
            </a:r>
            <a:r>
              <a:rPr lang="zh-CN" altLang="en-US" dirty="0"/>
              <a:t>主图 </a:t>
            </a:r>
            <a:endParaRPr lang="en-US" altLang="zh-CN" dirty="0"/>
          </a:p>
          <a:p>
            <a:r>
              <a:rPr lang="en-US" altLang="zh-CN" dirty="0"/>
              <a:t>02 </a:t>
            </a:r>
            <a:r>
              <a:rPr lang="zh-CN" altLang="en-US" dirty="0"/>
              <a:t>内贸电商详情设计 └ 淘宝 </a:t>
            </a:r>
            <a:r>
              <a:rPr lang="en-US" altLang="zh-CN" dirty="0"/>
              <a:t>/ 1688 </a:t>
            </a:r>
            <a:r>
              <a:rPr lang="zh-CN" altLang="en-US" dirty="0"/>
              <a:t>长详情页 </a:t>
            </a:r>
            <a:endParaRPr lang="en-US" altLang="zh-CN" dirty="0"/>
          </a:p>
          <a:p>
            <a:r>
              <a:rPr lang="en-US" altLang="zh-CN" dirty="0"/>
              <a:t>03 </a:t>
            </a:r>
            <a:r>
              <a:rPr lang="zh-CN" altLang="en-US" dirty="0"/>
              <a:t>国际站视觉设计 └ </a:t>
            </a:r>
            <a:r>
              <a:rPr lang="en-US" altLang="zh-CN" dirty="0"/>
              <a:t>Alibaba </a:t>
            </a:r>
            <a:r>
              <a:rPr lang="zh-CN" altLang="en-US" dirty="0"/>
              <a:t>首页、详情页、营销视觉 </a:t>
            </a:r>
            <a:endParaRPr lang="en-US" altLang="zh-CN" dirty="0"/>
          </a:p>
          <a:p>
            <a:r>
              <a:rPr lang="en-US" altLang="zh-CN" dirty="0"/>
              <a:t>04 </a:t>
            </a:r>
            <a:r>
              <a:rPr lang="zh-CN" altLang="en-US" dirty="0"/>
              <a:t>店铺首页设计 └ </a:t>
            </a:r>
            <a:r>
              <a:rPr lang="en-US" altLang="zh-CN" dirty="0"/>
              <a:t>Alibaba</a:t>
            </a:r>
            <a:r>
              <a:rPr lang="zh-CN" altLang="en-US" dirty="0"/>
              <a:t>店铺首页</a:t>
            </a:r>
          </a:p>
        </p:txBody>
      </p:sp>
    </p:spTree>
    <p:extLst>
      <p:ext uri="{BB962C8B-B14F-4D97-AF65-F5344CB8AC3E}">
        <p14:creationId xmlns:p14="http://schemas.microsoft.com/office/powerpoint/2010/main" val="39610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FD1CF-21AA-8849-1098-969383367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 </a:t>
            </a:r>
            <a:br>
              <a:rPr lang="zh-CN" altLang="en-US" dirty="0"/>
            </a:br>
            <a:r>
              <a:rPr lang="zh-CN" altLang="en-US" dirty="0"/>
              <a:t>能力优势 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B46427-4C50-17F1-7637-40789430D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24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FD1CF-21AA-8849-1098-969383367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dirty="0"/>
            </a:br>
            <a:r>
              <a:rPr lang="zh-CN" altLang="en-US" dirty="0"/>
              <a:t>联系方式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B46427-4C50-17F1-7637-40789430D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044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84</Words>
  <Application>Microsoft Office PowerPoint</Application>
  <PresentationFormat>宽屏</PresentationFormat>
  <Paragraphs>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Hero（主视觉+定位）  </vt:lpstr>
      <vt:lpstr>  Profile（个人介绍+数据）   </vt:lpstr>
      <vt:lpstr>项目精选（案例）  </vt:lpstr>
      <vt:lpstr>  能力优势   </vt:lpstr>
      <vt:lpstr> 联系方式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</cp:revision>
  <dcterms:created xsi:type="dcterms:W3CDTF">2026-07-11T02:01:08Z</dcterms:created>
  <dcterms:modified xsi:type="dcterms:W3CDTF">2026-07-13T01:08:53Z</dcterms:modified>
</cp:coreProperties>
</file>